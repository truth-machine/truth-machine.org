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47C64D-C1CD-47EC-9916-9226C71A4BEE}" v="8" dt="2026-02-01T22:32:36.9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6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1998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1"/>
            </a:lvl4pPr>
            <a:lvl5pPr marL="1828843" indent="0" algn="ctr">
              <a:buNone/>
              <a:defRPr sz="1601"/>
            </a:lvl5pPr>
            <a:lvl6pPr marL="2286053" indent="0" algn="ctr">
              <a:buNone/>
              <a:defRPr sz="1601"/>
            </a:lvl6pPr>
            <a:lvl7pPr marL="2743263" indent="0" algn="ctr">
              <a:buNone/>
              <a:defRPr sz="1601"/>
            </a:lvl7pPr>
            <a:lvl8pPr marL="3200476" indent="0" algn="ctr">
              <a:buNone/>
              <a:defRPr sz="1601"/>
            </a:lvl8pPr>
            <a:lvl9pPr marL="3657686" indent="0" algn="ctr">
              <a:buNone/>
              <a:defRPr sz="160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C12D-B954-47CD-BF24-51C56DDAC808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52F87-ADD3-43E1-B74B-013843764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74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C12D-B954-47CD-BF24-51C56DDAC808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52F87-ADD3-43E1-B74B-013843764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82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11" indent="0">
              <a:buNone/>
              <a:defRPr sz="1998">
                <a:solidFill>
                  <a:schemeClr val="tx1">
                    <a:tint val="82000"/>
                  </a:schemeClr>
                </a:solidFill>
              </a:defRPr>
            </a:lvl2pPr>
            <a:lvl3pPr marL="914422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33" indent="0">
              <a:buNone/>
              <a:defRPr sz="1601">
                <a:solidFill>
                  <a:schemeClr val="tx1">
                    <a:tint val="82000"/>
                  </a:schemeClr>
                </a:solidFill>
              </a:defRPr>
            </a:lvl4pPr>
            <a:lvl5pPr marL="1828843" indent="0">
              <a:buNone/>
              <a:defRPr sz="1601">
                <a:solidFill>
                  <a:schemeClr val="tx1">
                    <a:tint val="82000"/>
                  </a:schemeClr>
                </a:solidFill>
              </a:defRPr>
            </a:lvl5pPr>
            <a:lvl6pPr marL="2286053" indent="0">
              <a:buNone/>
              <a:defRPr sz="1601">
                <a:solidFill>
                  <a:schemeClr val="tx1">
                    <a:tint val="82000"/>
                  </a:schemeClr>
                </a:solidFill>
              </a:defRPr>
            </a:lvl6pPr>
            <a:lvl7pPr marL="2743263" indent="0">
              <a:buNone/>
              <a:defRPr sz="1601">
                <a:solidFill>
                  <a:schemeClr val="tx1">
                    <a:tint val="82000"/>
                  </a:schemeClr>
                </a:solidFill>
              </a:defRPr>
            </a:lvl7pPr>
            <a:lvl8pPr marL="3200476" indent="0">
              <a:buNone/>
              <a:defRPr sz="1601">
                <a:solidFill>
                  <a:schemeClr val="tx1">
                    <a:tint val="82000"/>
                  </a:schemeClr>
                </a:solidFill>
              </a:defRPr>
            </a:lvl8pPr>
            <a:lvl9pPr marL="3657686" indent="0">
              <a:buNone/>
              <a:defRPr sz="160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C12D-B954-47CD-BF24-51C56DDAC808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52F87-ADD3-43E1-B74B-013843764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164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C12D-B954-47CD-BF24-51C56DDAC808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52F87-ADD3-43E1-B74B-013843764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12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6"/>
            <a:ext cx="515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1998" b="1"/>
            </a:lvl2pPr>
            <a:lvl3pPr marL="914422" indent="0">
              <a:buNone/>
              <a:defRPr sz="1800" b="1"/>
            </a:lvl3pPr>
            <a:lvl4pPr marL="1371633" indent="0">
              <a:buNone/>
              <a:defRPr sz="1601" b="1"/>
            </a:lvl4pPr>
            <a:lvl5pPr marL="1828843" indent="0">
              <a:buNone/>
              <a:defRPr sz="1601" b="1"/>
            </a:lvl5pPr>
            <a:lvl6pPr marL="2286053" indent="0">
              <a:buNone/>
              <a:defRPr sz="1601" b="1"/>
            </a:lvl6pPr>
            <a:lvl7pPr marL="2743263" indent="0">
              <a:buNone/>
              <a:defRPr sz="1601" b="1"/>
            </a:lvl7pPr>
            <a:lvl8pPr marL="3200476" indent="0">
              <a:buNone/>
              <a:defRPr sz="1601" b="1"/>
            </a:lvl8pPr>
            <a:lvl9pPr marL="3657686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6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1998" b="1"/>
            </a:lvl2pPr>
            <a:lvl3pPr marL="914422" indent="0">
              <a:buNone/>
              <a:defRPr sz="1800" b="1"/>
            </a:lvl3pPr>
            <a:lvl4pPr marL="1371633" indent="0">
              <a:buNone/>
              <a:defRPr sz="1601" b="1"/>
            </a:lvl4pPr>
            <a:lvl5pPr marL="1828843" indent="0">
              <a:buNone/>
              <a:defRPr sz="1601" b="1"/>
            </a:lvl5pPr>
            <a:lvl6pPr marL="2286053" indent="0">
              <a:buNone/>
              <a:defRPr sz="1601" b="1"/>
            </a:lvl6pPr>
            <a:lvl7pPr marL="2743263" indent="0">
              <a:buNone/>
              <a:defRPr sz="1601" b="1"/>
            </a:lvl7pPr>
            <a:lvl8pPr marL="3200476" indent="0">
              <a:buNone/>
              <a:defRPr sz="1601" b="1"/>
            </a:lvl8pPr>
            <a:lvl9pPr marL="3657686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C12D-B954-47CD-BF24-51C56DDAC808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52F87-ADD3-43E1-B74B-013843764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004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C12D-B954-47CD-BF24-51C56DDAC808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52F87-ADD3-43E1-B74B-013843764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900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C12D-B954-47CD-BF24-51C56DDAC808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52F87-ADD3-43E1-B74B-013843764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031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1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198"/>
            </a:lvl1pPr>
            <a:lvl2pPr>
              <a:defRPr sz="2801"/>
            </a:lvl2pPr>
            <a:lvl3pPr>
              <a:defRPr sz="2400"/>
            </a:lvl3pPr>
            <a:lvl4pPr>
              <a:defRPr sz="1998"/>
            </a:lvl4pPr>
            <a:lvl5pPr>
              <a:defRPr sz="1998"/>
            </a:lvl5pPr>
            <a:lvl6pPr>
              <a:defRPr sz="1998"/>
            </a:lvl6pPr>
            <a:lvl7pPr>
              <a:defRPr sz="1998"/>
            </a:lvl7pPr>
            <a:lvl8pPr>
              <a:defRPr sz="1998"/>
            </a:lvl8pPr>
            <a:lvl9pPr>
              <a:defRPr sz="19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601"/>
            </a:lvl1pPr>
            <a:lvl2pPr marL="457211" indent="0">
              <a:buNone/>
              <a:defRPr sz="1398"/>
            </a:lvl2pPr>
            <a:lvl3pPr marL="914422" indent="0">
              <a:buNone/>
              <a:defRPr sz="1200"/>
            </a:lvl3pPr>
            <a:lvl4pPr marL="1371633" indent="0">
              <a:buNone/>
              <a:defRPr sz="1001"/>
            </a:lvl4pPr>
            <a:lvl5pPr marL="1828843" indent="0">
              <a:buNone/>
              <a:defRPr sz="1001"/>
            </a:lvl5pPr>
            <a:lvl6pPr marL="2286053" indent="0">
              <a:buNone/>
              <a:defRPr sz="1001"/>
            </a:lvl6pPr>
            <a:lvl7pPr marL="2743263" indent="0">
              <a:buNone/>
              <a:defRPr sz="1001"/>
            </a:lvl7pPr>
            <a:lvl8pPr marL="3200476" indent="0">
              <a:buNone/>
              <a:defRPr sz="1001"/>
            </a:lvl8pPr>
            <a:lvl9pPr marL="3657686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C12D-B954-47CD-BF24-51C56DDAC808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52F87-ADD3-43E1-B74B-013843764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272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1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198"/>
            </a:lvl1pPr>
            <a:lvl2pPr marL="457211" indent="0">
              <a:buNone/>
              <a:defRPr sz="2801"/>
            </a:lvl2pPr>
            <a:lvl3pPr marL="914422" indent="0">
              <a:buNone/>
              <a:defRPr sz="2400"/>
            </a:lvl3pPr>
            <a:lvl4pPr marL="1371633" indent="0">
              <a:buNone/>
              <a:defRPr sz="1998"/>
            </a:lvl4pPr>
            <a:lvl5pPr marL="1828843" indent="0">
              <a:buNone/>
              <a:defRPr sz="1998"/>
            </a:lvl5pPr>
            <a:lvl6pPr marL="2286053" indent="0">
              <a:buNone/>
              <a:defRPr sz="1998"/>
            </a:lvl6pPr>
            <a:lvl7pPr marL="2743263" indent="0">
              <a:buNone/>
              <a:defRPr sz="1998"/>
            </a:lvl7pPr>
            <a:lvl8pPr marL="3200476" indent="0">
              <a:buNone/>
              <a:defRPr sz="1998"/>
            </a:lvl8pPr>
            <a:lvl9pPr marL="3657686" indent="0">
              <a:buNone/>
              <a:defRPr sz="199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601"/>
            </a:lvl1pPr>
            <a:lvl2pPr marL="457211" indent="0">
              <a:buNone/>
              <a:defRPr sz="1398"/>
            </a:lvl2pPr>
            <a:lvl3pPr marL="914422" indent="0">
              <a:buNone/>
              <a:defRPr sz="1200"/>
            </a:lvl3pPr>
            <a:lvl4pPr marL="1371633" indent="0">
              <a:buNone/>
              <a:defRPr sz="1001"/>
            </a:lvl4pPr>
            <a:lvl5pPr marL="1828843" indent="0">
              <a:buNone/>
              <a:defRPr sz="1001"/>
            </a:lvl5pPr>
            <a:lvl6pPr marL="2286053" indent="0">
              <a:buNone/>
              <a:defRPr sz="1001"/>
            </a:lvl6pPr>
            <a:lvl7pPr marL="2743263" indent="0">
              <a:buNone/>
              <a:defRPr sz="1001"/>
            </a:lvl7pPr>
            <a:lvl8pPr marL="3200476" indent="0">
              <a:buNone/>
              <a:defRPr sz="1001"/>
            </a:lvl8pPr>
            <a:lvl9pPr marL="3657686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C12D-B954-47CD-BF24-51C56DDAC808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52F87-ADD3-43E1-B74B-013843764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594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C12D-B954-47CD-BF24-51C56DDAC808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52F87-ADD3-43E1-B74B-013843764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51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C12D-B954-47CD-BF24-51C56DDAC808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52F87-ADD3-43E1-B74B-013843764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628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C4C12D-B954-47CD-BF24-51C56DDAC808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152F87-ADD3-43E1-B74B-013843764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467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22" rtl="0" eaLnBrk="1" latinLnBrk="0" hangingPunct="1">
        <a:lnSpc>
          <a:spcPct val="90000"/>
        </a:lnSpc>
        <a:spcBef>
          <a:spcPct val="0"/>
        </a:spcBef>
        <a:buNone/>
        <a:defRPr sz="43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2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1" kern="1200">
          <a:solidFill>
            <a:schemeClr val="tx1"/>
          </a:solidFill>
          <a:latin typeface="+mn-lt"/>
          <a:ea typeface="+mn-ea"/>
          <a:cs typeface="+mn-cs"/>
        </a:defRPr>
      </a:lvl1pPr>
      <a:lvl2pPr marL="685816" indent="-228606" algn="l" defTabSz="914422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7" indent="-228606" algn="l" defTabSz="914422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600236" indent="-228606" algn="l" defTabSz="914422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49" indent="-228606" algn="l" defTabSz="914422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0" indent="-228606" algn="l" defTabSz="914422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69" indent="-228606" algn="l" defTabSz="914422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0" indent="-228606" algn="l" defTabSz="914422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3" indent="-228606" algn="l" defTabSz="914422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3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3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3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3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76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86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E54CE-C649-1FB1-633F-BA8BB9A1C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567" y="745407"/>
            <a:ext cx="11173217" cy="655992"/>
          </a:xfrm>
        </p:spPr>
        <p:txBody>
          <a:bodyPr>
            <a:normAutofit/>
          </a:bodyPr>
          <a:lstStyle/>
          <a:p>
            <a:pPr algn="ctr"/>
            <a:r>
              <a:rPr lang="en-US" sz="3692" b="1" dirty="0"/>
              <a:t>Evaluative Pipeline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2A4BF57-9434-0B1C-4F40-D8EB16A71CAA}"/>
              </a:ext>
            </a:extLst>
          </p:cNvPr>
          <p:cNvSpPr/>
          <p:nvPr/>
        </p:nvSpPr>
        <p:spPr>
          <a:xfrm>
            <a:off x="1706090" y="2883700"/>
            <a:ext cx="1242955" cy="821851"/>
          </a:xfrm>
          <a:prstGeom prst="roundRect">
            <a:avLst/>
          </a:prstGeom>
          <a:ln w="19050">
            <a:solidFill>
              <a:schemeClr val="tx1"/>
            </a:solidFill>
          </a:ln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15" dirty="0"/>
              <a:t>Structural Mapping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0D2A5AE-0071-D07F-CA86-2DD5314054DB}"/>
              </a:ext>
            </a:extLst>
          </p:cNvPr>
          <p:cNvSpPr/>
          <p:nvPr/>
        </p:nvSpPr>
        <p:spPr>
          <a:xfrm>
            <a:off x="3410409" y="2883700"/>
            <a:ext cx="1242955" cy="821851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15" dirty="0"/>
              <a:t>Document  Level Evaluation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BB23FB-3F3A-2E1F-F10D-D517DC800FED}"/>
              </a:ext>
            </a:extLst>
          </p:cNvPr>
          <p:cNvSpPr/>
          <p:nvPr/>
        </p:nvSpPr>
        <p:spPr>
          <a:xfrm>
            <a:off x="5136940" y="2884703"/>
            <a:ext cx="1260537" cy="821851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15" dirty="0"/>
              <a:t>Segment Level Evaluation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AC8A52D-4D75-30B1-67CF-3BBEDAAA88F9}"/>
              </a:ext>
            </a:extLst>
          </p:cNvPr>
          <p:cNvSpPr/>
          <p:nvPr/>
        </p:nvSpPr>
        <p:spPr>
          <a:xfrm>
            <a:off x="6920853" y="2883700"/>
            <a:ext cx="1260537" cy="821851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15" dirty="0"/>
              <a:t>Relational Evaluation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C05ABCD-9699-54AC-8C0A-A91576F65AD1}"/>
              </a:ext>
            </a:extLst>
          </p:cNvPr>
          <p:cNvSpPr/>
          <p:nvPr/>
        </p:nvSpPr>
        <p:spPr>
          <a:xfrm>
            <a:off x="8747810" y="2896112"/>
            <a:ext cx="1605211" cy="821851"/>
          </a:xfrm>
          <a:prstGeom prst="roundRect">
            <a:avLst/>
          </a:prstGeom>
          <a:ln w="3810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15" dirty="0"/>
              <a:t>Aggregation (evaluation &amp; weighting)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3BBAFF9-5A5B-0149-69B5-0995FBFAC374}"/>
              </a:ext>
            </a:extLst>
          </p:cNvPr>
          <p:cNvCxnSpPr>
            <a:cxnSpLocks/>
          </p:cNvCxnSpPr>
          <p:nvPr/>
        </p:nvCxnSpPr>
        <p:spPr>
          <a:xfrm>
            <a:off x="2949045" y="3294625"/>
            <a:ext cx="47711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931FC57-2EA4-EF63-5BDA-0B074E3392E0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4653362" y="3295630"/>
            <a:ext cx="483579" cy="111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C450AA4-BD27-B7AC-29E1-21D5A276D3AF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6397486" y="3281667"/>
            <a:ext cx="523379" cy="129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20AD189-B7D9-1D08-3450-38C7E96BFEA7}"/>
              </a:ext>
            </a:extLst>
          </p:cNvPr>
          <p:cNvCxnSpPr>
            <a:cxnSpLocks/>
          </p:cNvCxnSpPr>
          <p:nvPr/>
        </p:nvCxnSpPr>
        <p:spPr>
          <a:xfrm>
            <a:off x="8181400" y="3281667"/>
            <a:ext cx="5756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84D6F14A-08A1-5428-845F-AAAD7008BB6D}"/>
              </a:ext>
            </a:extLst>
          </p:cNvPr>
          <p:cNvSpPr/>
          <p:nvPr/>
        </p:nvSpPr>
        <p:spPr>
          <a:xfrm>
            <a:off x="8747808" y="1642600"/>
            <a:ext cx="1605211" cy="77111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46" dirty="0"/>
              <a:t>Segment Weights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B26B31B-A137-313B-412B-96CACFE0C7FF}"/>
              </a:ext>
            </a:extLst>
          </p:cNvPr>
          <p:cNvCxnSpPr>
            <a:cxnSpLocks/>
            <a:stCxn id="55" idx="4"/>
            <a:endCxn id="10" idx="0"/>
          </p:cNvCxnSpPr>
          <p:nvPr/>
        </p:nvCxnSpPr>
        <p:spPr>
          <a:xfrm>
            <a:off x="9550414" y="2413711"/>
            <a:ext cx="2" cy="48240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16A1BA3-A3D5-4045-A70F-37A7B5A2F088}"/>
              </a:ext>
            </a:extLst>
          </p:cNvPr>
          <p:cNvCxnSpPr>
            <a:cxnSpLocks/>
            <a:stCxn id="22" idx="0"/>
            <a:endCxn id="10" idx="2"/>
          </p:cNvCxnSpPr>
          <p:nvPr/>
        </p:nvCxnSpPr>
        <p:spPr>
          <a:xfrm flipH="1" flipV="1">
            <a:off x="9550413" y="3717962"/>
            <a:ext cx="9254" cy="4738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Rectangle: Folded Corner 63">
            <a:extLst>
              <a:ext uri="{FF2B5EF4-FFF2-40B4-BE49-F238E27FC236}">
                <a16:creationId xmlns:a16="http://schemas.microsoft.com/office/drawing/2014/main" id="{E6E0654D-5040-2443-3D79-13B301342B04}"/>
              </a:ext>
            </a:extLst>
          </p:cNvPr>
          <p:cNvSpPr/>
          <p:nvPr/>
        </p:nvSpPr>
        <p:spPr>
          <a:xfrm>
            <a:off x="62388" y="2319064"/>
            <a:ext cx="1171679" cy="2130575"/>
          </a:xfrm>
          <a:prstGeom prst="foldedCorne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15" dirty="0"/>
              <a:t>Document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FC77EB05-07E1-EA35-7DC1-393B92734CFB}"/>
              </a:ext>
            </a:extLst>
          </p:cNvPr>
          <p:cNvCxnSpPr>
            <a:cxnSpLocks/>
          </p:cNvCxnSpPr>
          <p:nvPr/>
        </p:nvCxnSpPr>
        <p:spPr>
          <a:xfrm>
            <a:off x="1234067" y="3287297"/>
            <a:ext cx="47711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A3AE5473-958F-C908-0C80-AC4AAB77AD47}"/>
              </a:ext>
            </a:extLst>
          </p:cNvPr>
          <p:cNvCxnSpPr>
            <a:cxnSpLocks/>
          </p:cNvCxnSpPr>
          <p:nvPr/>
        </p:nvCxnSpPr>
        <p:spPr>
          <a:xfrm>
            <a:off x="10360044" y="3339355"/>
            <a:ext cx="5756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1E33EFED-9F5A-8B67-6DA7-0EEE1DCE64B7}"/>
              </a:ext>
            </a:extLst>
          </p:cNvPr>
          <p:cNvSpPr/>
          <p:nvPr/>
        </p:nvSpPr>
        <p:spPr>
          <a:xfrm>
            <a:off x="10935698" y="2928430"/>
            <a:ext cx="1200852" cy="821851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15" dirty="0"/>
              <a:t>Revision &amp; Validation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757ECDC-33DD-8548-5D3F-F07A5D76AC55}"/>
              </a:ext>
            </a:extLst>
          </p:cNvPr>
          <p:cNvSpPr/>
          <p:nvPr/>
        </p:nvSpPr>
        <p:spPr>
          <a:xfrm>
            <a:off x="8757064" y="4191805"/>
            <a:ext cx="1605211" cy="79903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46" dirty="0"/>
              <a:t>Agent Weights</a:t>
            </a:r>
          </a:p>
        </p:txBody>
      </p:sp>
    </p:spTree>
    <p:extLst>
      <p:ext uri="{BB962C8B-B14F-4D97-AF65-F5344CB8AC3E}">
        <p14:creationId xmlns:p14="http://schemas.microsoft.com/office/powerpoint/2010/main" val="3223348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26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Evaluative Pipeline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Fitzburgh</dc:creator>
  <cp:lastModifiedBy>Alexander Fitzburgh</cp:lastModifiedBy>
  <cp:revision>2</cp:revision>
  <dcterms:created xsi:type="dcterms:W3CDTF">2026-02-01T18:39:30Z</dcterms:created>
  <dcterms:modified xsi:type="dcterms:W3CDTF">2026-02-01T22:33:38Z</dcterms:modified>
</cp:coreProperties>
</file>